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sldIdLst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Gibbon, James E CPT" userId="dd281990-06be-4864-a5ca-d37fc3f7f2de" providerId="ADAL" clId="{7866C2D7-6D75-44AC-B8A9-B125894173B4}"/>
    <pc:docChg chg="custSel addSld modSld">
      <pc:chgData name="MacGibbon, James E CPT" userId="dd281990-06be-4864-a5ca-d37fc3f7f2de" providerId="ADAL" clId="{7866C2D7-6D75-44AC-B8A9-B125894173B4}" dt="2022-02-15T14:35:08.466" v="17" actId="14100"/>
      <pc:docMkLst>
        <pc:docMk/>
      </pc:docMkLst>
      <pc:sldChg chg="addSp delSp modSp new mod">
        <pc:chgData name="MacGibbon, James E CPT" userId="dd281990-06be-4864-a5ca-d37fc3f7f2de" providerId="ADAL" clId="{7866C2D7-6D75-44AC-B8A9-B125894173B4}" dt="2022-02-15T14:35:08.466" v="17" actId="14100"/>
        <pc:sldMkLst>
          <pc:docMk/>
          <pc:sldMk cId="744833663" sldId="260"/>
        </pc:sldMkLst>
        <pc:spChg chg="del">
          <ac:chgData name="MacGibbon, James E CPT" userId="dd281990-06be-4864-a5ca-d37fc3f7f2de" providerId="ADAL" clId="{7866C2D7-6D75-44AC-B8A9-B125894173B4}" dt="2022-02-15T14:34:04.170" v="1" actId="478"/>
          <ac:spMkLst>
            <pc:docMk/>
            <pc:sldMk cId="744833663" sldId="260"/>
            <ac:spMk id="2" creationId="{9D7E197E-28C9-4C35-BB47-0B92F9165AEE}"/>
          </ac:spMkLst>
        </pc:spChg>
        <pc:spChg chg="del">
          <ac:chgData name="MacGibbon, James E CPT" userId="dd281990-06be-4864-a5ca-d37fc3f7f2de" providerId="ADAL" clId="{7866C2D7-6D75-44AC-B8A9-B125894173B4}" dt="2022-02-15T14:34:05.304" v="2" actId="478"/>
          <ac:spMkLst>
            <pc:docMk/>
            <pc:sldMk cId="744833663" sldId="260"/>
            <ac:spMk id="3" creationId="{D3B266CC-DB97-464A-BAE4-955C97066F76}"/>
          </ac:spMkLst>
        </pc:spChg>
        <pc:spChg chg="add mod">
          <ac:chgData name="MacGibbon, James E CPT" userId="dd281990-06be-4864-a5ca-d37fc3f7f2de" providerId="ADAL" clId="{7866C2D7-6D75-44AC-B8A9-B125894173B4}" dt="2022-02-15T14:35:08.466" v="17" actId="14100"/>
          <ac:spMkLst>
            <pc:docMk/>
            <pc:sldMk cId="744833663" sldId="260"/>
            <ac:spMk id="6" creationId="{8CD1E190-621E-4845-B62A-2094C84E3BEA}"/>
          </ac:spMkLst>
        </pc:spChg>
        <pc:picChg chg="add mod modCrop">
          <ac:chgData name="MacGibbon, James E CPT" userId="dd281990-06be-4864-a5ca-d37fc3f7f2de" providerId="ADAL" clId="{7866C2D7-6D75-44AC-B8A9-B125894173B4}" dt="2022-02-15T14:34:23.482" v="8" actId="1076"/>
          <ac:picMkLst>
            <pc:docMk/>
            <pc:sldMk cId="744833663" sldId="260"/>
            <ac:picMk id="5" creationId="{707DC366-514A-4959-9F7C-B9978CC4CC5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CEC7E-62EC-4835-BE7C-B3DD129A005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F19B7-1B4D-4207-8809-07C0EE9BB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5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2/15/2022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99702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Roboto" panose="02000000000000000000" pitchFamily="2" charset="0"/>
                <a:ea typeface="Roboto" panose="02000000000000000000" pitchFamily="2" charset="0"/>
              </a:rPr>
              <a:t>Lesson 15: </a:t>
            </a:r>
            <a:r>
              <a:rPr lang="en-US" sz="4800" dirty="0"/>
              <a:t>Debugging in R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49826"/>
            <a:ext cx="9144000" cy="1655762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CPT James MacGibbon-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Read an error code in R</a:t>
            </a:r>
          </a:p>
          <a:p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2. Troubleshoot errors in R</a:t>
            </a:r>
            <a:b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3. Make appropriate corrections to ensure code runs correctly</a:t>
            </a:r>
            <a:r>
              <a:rPr lang="en-US" sz="3200" dirty="0"/>
              <a:t> 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Mid-Course Review</a:t>
            </a:r>
          </a:p>
          <a:p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Problem Set 2 due on 24 FEB!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7DC366-514A-4959-9F7C-B9978CC4CC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45" t="10795" r="10855" b="8217"/>
          <a:stretch/>
        </p:blipFill>
        <p:spPr>
          <a:xfrm>
            <a:off x="2470484" y="120316"/>
            <a:ext cx="6400800" cy="635026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D1E190-621E-4845-B62A-2094C84E3BEA}"/>
              </a:ext>
            </a:extLst>
          </p:cNvPr>
          <p:cNvSpPr/>
          <p:nvPr/>
        </p:nvSpPr>
        <p:spPr>
          <a:xfrm>
            <a:off x="3280611" y="4162926"/>
            <a:ext cx="5342021" cy="665747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33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9F96ABBCDFA04DB6123AB6A6DD08D0" ma:contentTypeVersion="12" ma:contentTypeDescription="Create a new document." ma:contentTypeScope="" ma:versionID="ca3113280bb2957c2296a5c9010bae99">
  <xsd:schema xmlns:xsd="http://www.w3.org/2001/XMLSchema" xmlns:xs="http://www.w3.org/2001/XMLSchema" xmlns:p="http://schemas.microsoft.com/office/2006/metadata/properties" xmlns:ns2="6551d9d5-e9f6-4960-ab8e-c1406d75648e" xmlns:ns3="9b01faea-81f9-434f-a18b-cfa3216b46b7" targetNamespace="http://schemas.microsoft.com/office/2006/metadata/properties" ma:root="true" ma:fieldsID="c8c9c254b0352230e85d585b4e1aaaff" ns2:_="" ns3:_="">
    <xsd:import namespace="6551d9d5-e9f6-4960-ab8e-c1406d75648e"/>
    <xsd:import namespace="9b01faea-81f9-434f-a18b-cfa3216b46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51d9d5-e9f6-4960-ab8e-c1406d7564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1faea-81f9-434f-a18b-cfa3216b46b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2FD7A03-BC63-402F-B6FF-32CA4AE75BF8}">
  <ds:schemaRefs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  <ds:schemaRef ds:uri="http://purl.org/dc/dcmitype/"/>
    <ds:schemaRef ds:uri="http://purl.org/dc/elements/1.1/"/>
    <ds:schemaRef ds:uri="http://schemas.microsoft.com/office/2006/documentManagement/types"/>
    <ds:schemaRef ds:uri="79ae736f-af1a-4191-bc6c-8982733ff34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205C043-B577-44E5-BF9C-A0E2F2C0EF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D5C69B8-3E83-4D8E-BBAC-08098C4174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51d9d5-e9f6-4960-ab8e-c1406d75648e"/>
    <ds:schemaRef ds:uri="9b01faea-81f9-434f-a18b-cfa3216b4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</Words>
  <Application>Microsoft Office PowerPoint</Application>
  <PresentationFormat>Widescreen</PresentationFormat>
  <Paragraphs>18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Roboto</vt:lpstr>
      <vt:lpstr>Office Theme</vt:lpstr>
      <vt:lpstr>Lesson 15: Debugging in R</vt:lpstr>
      <vt:lpstr>Today</vt:lpstr>
      <vt:lpstr>Next Time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15: Debugging in R</dc:title>
  <dc:creator>MacGibbon, James E CPT</dc:creator>
  <cp:lastModifiedBy>MacGibbon, James E CPT</cp:lastModifiedBy>
  <cp:revision>1</cp:revision>
  <dcterms:created xsi:type="dcterms:W3CDTF">2022-02-09T14:17:33Z</dcterms:created>
  <dcterms:modified xsi:type="dcterms:W3CDTF">2022-02-15T14:35:10Z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0x0101009A9F96ABBCDFA04DB6123AB6A6DD08D0</vt:lpwstr>
  </property>
</Properties>
</file>